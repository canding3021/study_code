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56" r:id="rId2"/>
    <p:sldId id="277" r:id="rId3"/>
    <p:sldId id="319" r:id="rId4"/>
    <p:sldId id="308" r:id="rId5"/>
    <p:sldId id="315" r:id="rId6"/>
    <p:sldId id="306" r:id="rId7"/>
    <p:sldId id="272" r:id="rId8"/>
    <p:sldId id="310" r:id="rId9"/>
    <p:sldId id="318" r:id="rId10"/>
    <p:sldId id="320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FF"/>
    <a:srgbClr val="FF6600"/>
    <a:srgbClr val="00CC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3" autoAdjust="0"/>
    <p:restoredTop sz="94660"/>
  </p:normalViewPr>
  <p:slideViewPr>
    <p:cSldViewPr>
      <p:cViewPr varScale="1">
        <p:scale>
          <a:sx n="102" d="100"/>
          <a:sy n="102" d="100"/>
        </p:scale>
        <p:origin x="27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66F3A-292A-47F6-9794-81783BA5C2D4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FE892-99C7-4EF3-B79A-D6C13D27F8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E95D-3C35-4CDA-B814-4937DC955A04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F0C1-F42C-4706-9752-5C50528BD137}" type="datetime1">
              <a:rPr lang="zh-CN" altLang="en-US" smtClean="0"/>
              <a:t>2023/3/13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A3862-FB85-4408-A954-61E451A3F676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A153-514B-4019-9431-846E578C6BD0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EE9B-F8D7-4533-A7AB-B0EF4E4415C1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35D4-BA04-4ACB-B7A7-47DF253D9FB6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C0F6E-0C3A-44B2-B1A6-B615561DB13A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0143E-8B7A-4D3A-9147-42E9E6539A77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F662-8B08-4F76-865D-A9D66CD59A5D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133E-9FB1-4F35-A54B-FB1A82E1BCEF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BF22-3D38-4919-9A1D-1973B0399A7B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BB536-797A-4213-A828-127532A79DEB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15616" y="974485"/>
            <a:ext cx="6768752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CC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C#</a:t>
            </a:r>
            <a:r>
              <a:rPr lang="zh-CN" alt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CC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应用程序设计</a:t>
            </a:r>
            <a:r>
              <a:rPr lang="zh-CN" alt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上机</a:t>
            </a:r>
            <a:r>
              <a:rPr lang="en-US" altLang="zh-CN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zh-CN" alt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rgbClr val="FFC0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zh-CN" altLang="en-US" dirty="0" smtClean="0"/>
              <a:t>要 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C#</a:t>
            </a:r>
            <a:r>
              <a:rPr lang="zh-CN" altLang="en-US" dirty="0" smtClean="0"/>
              <a:t>语法基础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：类型转换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9"/>
          <a:stretch>
            <a:fillRect/>
          </a:stretch>
        </p:blipFill>
        <p:spPr bwMode="auto">
          <a:xfrm>
            <a:off x="323528" y="764704"/>
            <a:ext cx="3960440" cy="5378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504" y="130622"/>
            <a:ext cx="2530624" cy="418058"/>
          </a:xfr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</a:rPr>
              <a:t>练  习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C#</a:t>
            </a:r>
            <a:r>
              <a:rPr lang="zh-CN" altLang="en-US" dirty="0" smtClean="0"/>
              <a:t>编程基础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83405" y="1052736"/>
            <a:ext cx="387798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1. 4</a:t>
            </a:r>
            <a:r>
              <a:rPr lang="zh-CN" altLang="en-US" dirty="0" smtClean="0"/>
              <a:t>个</a:t>
            </a:r>
            <a:r>
              <a:rPr lang="zh-CN" altLang="en-US" dirty="0"/>
              <a:t>按钮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按钮的图标，设置每个按钮的</a:t>
            </a:r>
            <a:r>
              <a:rPr lang="en-US" altLang="zh-CN" dirty="0" smtClean="0"/>
              <a:t>Image</a:t>
            </a:r>
          </a:p>
          <a:p>
            <a:r>
              <a:rPr lang="zh-CN" altLang="en-US" dirty="0" smtClean="0"/>
              <a:t>和 </a:t>
            </a:r>
            <a:r>
              <a:rPr lang="en-US" altLang="zh-CN" dirty="0" err="1" smtClean="0"/>
              <a:t>ImageAlign</a:t>
            </a:r>
            <a:r>
              <a:rPr lang="zh-CN" altLang="en-US" dirty="0" smtClean="0"/>
              <a:t>属性值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窗体名称（</a:t>
            </a:r>
            <a:r>
              <a:rPr lang="en-US" altLang="zh-CN" dirty="0" smtClean="0"/>
              <a:t>name</a:t>
            </a:r>
            <a:r>
              <a:rPr lang="zh-CN" altLang="en-US" dirty="0" smtClean="0"/>
              <a:t>）改为</a:t>
            </a:r>
            <a:r>
              <a:rPr lang="en-US" altLang="zh-CN" dirty="0" err="1" smtClean="0"/>
              <a:t>FormMain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修改时，问是否要同时修改其他涉及</a:t>
            </a:r>
            <a:endParaRPr lang="en-US" altLang="zh-CN" dirty="0" smtClean="0"/>
          </a:p>
          <a:p>
            <a:r>
              <a:rPr lang="zh-CN" altLang="en-US" dirty="0" smtClean="0"/>
              <a:t>的地方，</a:t>
            </a:r>
            <a:r>
              <a:rPr lang="zh-CN" altLang="en-US" dirty="0" smtClean="0">
                <a:solidFill>
                  <a:srgbClr val="0000FF"/>
                </a:solidFill>
              </a:rPr>
              <a:t>选</a:t>
            </a:r>
            <a:r>
              <a:rPr lang="en-US" altLang="zh-CN" dirty="0" smtClean="0">
                <a:solidFill>
                  <a:srgbClr val="0000FF"/>
                </a:solidFill>
              </a:rPr>
              <a:t>YES</a:t>
            </a:r>
          </a:p>
          <a:p>
            <a:endParaRPr lang="zh-CN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405" y="4025889"/>
            <a:ext cx="3439441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2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26" y="980728"/>
            <a:ext cx="8806036" cy="2588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标题 1"/>
          <p:cNvSpPr txBox="1"/>
          <p:nvPr/>
        </p:nvSpPr>
        <p:spPr>
          <a:xfrm>
            <a:off x="107504" y="130622"/>
            <a:ext cx="2530624" cy="418058"/>
          </a:xfrm>
          <a:prstGeom prst="rect">
            <a:avLst/>
          </a:prstGeom>
          <a:ln w="38100" cap="flat" cmpd="sng" algn="ctr"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smtClean="0">
                <a:solidFill>
                  <a:schemeClr val="bg1"/>
                </a:solidFill>
              </a:rPr>
              <a:t>练  习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C#</a:t>
            </a:r>
            <a:r>
              <a:rPr lang="zh-CN" altLang="en-US" dirty="0" smtClean="0"/>
              <a:t>编程基础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4149080"/>
            <a:ext cx="540109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项目名称</a:t>
            </a:r>
            <a:r>
              <a:rPr lang="en-US" altLang="zh-CN" dirty="0"/>
              <a:t> </a:t>
            </a:r>
            <a:r>
              <a:rPr lang="en-US" altLang="zh-CN" dirty="0" smtClean="0"/>
              <a:t>-&gt; </a:t>
            </a:r>
            <a:r>
              <a:rPr lang="zh-CN" altLang="en-US" dirty="0" smtClean="0"/>
              <a:t>右键，添加</a:t>
            </a:r>
            <a:r>
              <a:rPr lang="en-US" altLang="zh-CN" dirty="0" smtClean="0"/>
              <a:t>-&gt; Windows</a:t>
            </a:r>
            <a:r>
              <a:rPr lang="zh-CN" altLang="en-US" dirty="0" smtClean="0"/>
              <a:t>窗体，加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个窗体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FormTimu1      </a:t>
            </a:r>
            <a:r>
              <a:rPr lang="zh-CN" altLang="en-US" dirty="0" smtClean="0"/>
              <a:t>（新建的第一个窗体的名称）</a:t>
            </a:r>
            <a:endParaRPr lang="en-US" altLang="zh-CN" dirty="0" smtClean="0"/>
          </a:p>
          <a:p>
            <a:r>
              <a:rPr lang="en-US" altLang="zh-CN" dirty="0" smtClean="0"/>
              <a:t>FormTimu2      </a:t>
            </a:r>
            <a:r>
              <a:rPr lang="zh-CN" altLang="en-US" dirty="0"/>
              <a:t>（新建的</a:t>
            </a:r>
            <a:r>
              <a:rPr lang="zh-CN" altLang="en-US" dirty="0" smtClean="0"/>
              <a:t>第二个</a:t>
            </a:r>
            <a:r>
              <a:rPr lang="zh-CN" altLang="en-US" dirty="0"/>
              <a:t>窗体的名称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FormTimu3      </a:t>
            </a:r>
            <a:r>
              <a:rPr lang="zh-CN" altLang="en-US" dirty="0" smtClean="0"/>
              <a:t>（</a:t>
            </a:r>
            <a:r>
              <a:rPr lang="zh-CN" altLang="en-US" dirty="0"/>
              <a:t>新建的</a:t>
            </a:r>
            <a:r>
              <a:rPr lang="zh-CN" altLang="en-US" dirty="0" smtClean="0"/>
              <a:t>第三个</a:t>
            </a:r>
            <a:r>
              <a:rPr lang="zh-CN" altLang="en-US" dirty="0"/>
              <a:t>窗体的名称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r>
              <a:rPr lang="en-US" altLang="zh-CN" dirty="0" smtClean="0"/>
              <a:t>FormTimu4      </a:t>
            </a:r>
            <a:r>
              <a:rPr lang="zh-CN" altLang="en-US" dirty="0" smtClean="0"/>
              <a:t>（</a:t>
            </a:r>
            <a:r>
              <a:rPr lang="zh-CN" altLang="en-US" dirty="0"/>
              <a:t>新建的</a:t>
            </a:r>
            <a:r>
              <a:rPr lang="zh-CN" altLang="en-US" dirty="0" smtClean="0"/>
              <a:t>第四个</a:t>
            </a:r>
            <a:r>
              <a:rPr lang="zh-CN" altLang="en-US" dirty="0"/>
              <a:t>窗体的名称）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00431"/>
            <a:ext cx="8229600" cy="4942185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从主窗体打开子窗体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5536" y="260648"/>
            <a:ext cx="842493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CC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知识点</a:t>
            </a:r>
            <a:endParaRPr lang="zh-CN" altLang="en-US" sz="115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00CC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21336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62649" y="1979245"/>
            <a:ext cx="407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第一个按钮的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事件处理代码如下：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782" y="2486628"/>
            <a:ext cx="4285927" cy="654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613666"/>
            <a:ext cx="21050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3177564" y="3613666"/>
            <a:ext cx="407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第二个按钮的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事件处理代码如下：</a:t>
            </a:r>
            <a:endParaRPr lang="zh-CN" altLang="en-U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982998"/>
            <a:ext cx="4221587" cy="64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2" y="4941168"/>
            <a:ext cx="21240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3177564" y="4941168"/>
            <a:ext cx="407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第三个按钮的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事件处理代码如下：</a:t>
            </a:r>
            <a:endParaRPr lang="zh-CN" altLang="en-US" dirty="0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5336455"/>
            <a:ext cx="4002146" cy="643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107504" y="130622"/>
            <a:ext cx="2530624" cy="418058"/>
          </a:xfr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</a:rPr>
              <a:t>第</a:t>
            </a:r>
            <a:r>
              <a:rPr lang="en-US" altLang="zh-CN" sz="3200" dirty="0" smtClean="0">
                <a:solidFill>
                  <a:schemeClr val="bg1"/>
                </a:solidFill>
              </a:rPr>
              <a:t>1</a:t>
            </a:r>
            <a:r>
              <a:rPr lang="zh-CN" altLang="en-US" sz="3200" dirty="0" smtClean="0">
                <a:solidFill>
                  <a:schemeClr val="bg1"/>
                </a:solidFill>
              </a:rPr>
              <a:t>个窗体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计算面积和周长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500034" y="785794"/>
            <a:ext cx="2973891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FF0000"/>
                </a:solidFill>
              </a:rPr>
              <a:t>要求：程序</a:t>
            </a:r>
            <a:r>
              <a:rPr lang="zh-CN" altLang="en-US" b="1" dirty="0" smtClean="0">
                <a:solidFill>
                  <a:srgbClr val="FF0000"/>
                </a:solidFill>
              </a:rPr>
              <a:t>制作成窗体界面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857364"/>
            <a:ext cx="3143272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928802"/>
            <a:ext cx="3857652" cy="3957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71546"/>
            <a:ext cx="18669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500298" y="1142984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按钮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代码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857364"/>
            <a:ext cx="4926814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286380" y="214311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文本数据转换为整型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 rot="10800000" flipV="1">
            <a:off x="4714876" y="2357430"/>
            <a:ext cx="428628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57818" y="300037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数据转换为文本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 rot="10800000" flipV="1">
            <a:off x="4786314" y="3214686"/>
            <a:ext cx="50006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1"/>
          <p:cNvSpPr txBox="1"/>
          <p:nvPr/>
        </p:nvSpPr>
        <p:spPr>
          <a:xfrm>
            <a:off x="107504" y="130622"/>
            <a:ext cx="2530624" cy="418058"/>
          </a:xfrm>
          <a:prstGeom prst="rect">
            <a:avLst/>
          </a:prstGeom>
          <a:ln w="38100" cap="flat" cmpd="sng" algn="ctr"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 smtClean="0">
                <a:solidFill>
                  <a:schemeClr val="bg1"/>
                </a:solidFill>
              </a:rPr>
              <a:t>第</a:t>
            </a:r>
            <a:r>
              <a:rPr lang="en-US" altLang="zh-CN" sz="3200" dirty="0" smtClean="0">
                <a:solidFill>
                  <a:schemeClr val="bg1"/>
                </a:solidFill>
              </a:rPr>
              <a:t>1</a:t>
            </a:r>
            <a:r>
              <a:rPr lang="zh-CN" altLang="en-US" sz="3200" dirty="0" smtClean="0">
                <a:solidFill>
                  <a:schemeClr val="bg1"/>
                </a:solidFill>
              </a:rPr>
              <a:t>个窗体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计算面积和周长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107504" y="130622"/>
            <a:ext cx="2530624" cy="418058"/>
          </a:xfr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</a:rPr>
              <a:t>第</a:t>
            </a:r>
            <a:r>
              <a:rPr lang="en-US" altLang="zh-CN" sz="3200" dirty="0" smtClean="0">
                <a:solidFill>
                  <a:schemeClr val="bg1"/>
                </a:solidFill>
              </a:rPr>
              <a:t>2</a:t>
            </a:r>
            <a:r>
              <a:rPr lang="zh-CN" altLang="en-US" sz="3200" dirty="0" smtClean="0">
                <a:solidFill>
                  <a:schemeClr val="bg1"/>
                </a:solidFill>
              </a:rPr>
              <a:t>个窗体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计算和差商积</a:t>
            </a:r>
            <a:endParaRPr lang="zh-CN" altLang="en-US" dirty="0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>
          <a:xfrm>
            <a:off x="6732240" y="6311423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00" y="1240069"/>
            <a:ext cx="4104456" cy="3323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04612" y="5114801"/>
            <a:ext cx="84670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lblResult.Text</a:t>
            </a:r>
            <a:r>
              <a:rPr lang="en-US" altLang="zh-CN" dirty="0"/>
              <a:t> = numericUpDown1.Value.ToString() + "+" + numericUpDown2.Value.ToString() + "=" + </a:t>
            </a:r>
            <a:r>
              <a:rPr lang="en-US" altLang="zh-CN" dirty="0" err="1"/>
              <a:t>Convert.ToString</a:t>
            </a:r>
            <a:r>
              <a:rPr lang="en-US" altLang="zh-CN" dirty="0"/>
              <a:t>(numericUpDown1.Value + numericUpDown2.Value);</a:t>
            </a:r>
          </a:p>
        </p:txBody>
      </p:sp>
      <p:sp>
        <p:nvSpPr>
          <p:cNvPr id="3" name="矩形 2"/>
          <p:cNvSpPr/>
          <p:nvPr/>
        </p:nvSpPr>
        <p:spPr>
          <a:xfrm>
            <a:off x="5076056" y="1741458"/>
            <a:ext cx="1895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numericUpDown1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76056" y="2429999"/>
            <a:ext cx="1895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numericUpDown2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48180" y="11336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数值框：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756972" y="1926124"/>
            <a:ext cx="1291208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4" idx="1"/>
          </p:cNvCxnSpPr>
          <p:nvPr/>
        </p:nvCxnSpPr>
        <p:spPr>
          <a:xfrm flipH="1">
            <a:off x="3779912" y="2614665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2480" y="4734697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加法按钮的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处理代码：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971600" y="3419708"/>
            <a:ext cx="72008" cy="13149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2051755" y="3645024"/>
            <a:ext cx="299642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44520" y="3419708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写结果用的</a:t>
            </a:r>
            <a:r>
              <a:rPr lang="en-US" altLang="zh-CN" dirty="0" smtClean="0"/>
              <a:t>label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69168" y="179348"/>
            <a:ext cx="2530624" cy="418058"/>
          </a:xfrm>
          <a:solidFill>
            <a:srgbClr val="FF66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</a:rPr>
              <a:t>第</a:t>
            </a:r>
            <a:r>
              <a:rPr lang="en-US" altLang="zh-CN" sz="3200" dirty="0" smtClean="0">
                <a:solidFill>
                  <a:schemeClr val="bg1"/>
                </a:solidFill>
              </a:rPr>
              <a:t>3</a:t>
            </a:r>
            <a:r>
              <a:rPr lang="zh-CN" altLang="en-US" sz="3200" dirty="0" smtClean="0">
                <a:solidFill>
                  <a:schemeClr val="bg1"/>
                </a:solidFill>
              </a:rPr>
              <a:t>个窗体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温度转换</a:t>
            </a:r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22" y="1301552"/>
            <a:ext cx="4752528" cy="244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5576" y="4180438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转换计算公式：  </a:t>
            </a:r>
            <a:r>
              <a:rPr lang="en-US" altLang="zh-CN" dirty="0" smtClean="0"/>
              <a:t>F = 1.8</a:t>
            </a:r>
            <a:r>
              <a:rPr lang="zh-CN" altLang="en-US" dirty="0" smtClean="0"/>
              <a:t>*</a:t>
            </a:r>
            <a:r>
              <a:rPr lang="en-US" altLang="zh-CN" dirty="0" smtClean="0"/>
              <a:t>C + 32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69168" y="179348"/>
            <a:ext cx="2530624" cy="418058"/>
          </a:xfrm>
          <a:solidFill>
            <a:srgbClr val="FF66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</a:rPr>
              <a:t>第</a:t>
            </a:r>
            <a:r>
              <a:rPr lang="en-US" altLang="zh-CN" sz="3200" dirty="0" smtClean="0">
                <a:solidFill>
                  <a:schemeClr val="bg1"/>
                </a:solidFill>
              </a:rPr>
              <a:t>4</a:t>
            </a:r>
            <a:r>
              <a:rPr lang="zh-CN" altLang="en-US" sz="3200" dirty="0" smtClean="0">
                <a:solidFill>
                  <a:schemeClr val="bg1"/>
                </a:solidFill>
              </a:rPr>
              <a:t>个窗体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99792" y="179348"/>
            <a:ext cx="345638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温度转换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4459" y="4379942"/>
            <a:ext cx="3171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Math.Pow</a:t>
            </a:r>
            <a:r>
              <a:rPr lang="en-US" altLang="zh-CN" dirty="0" smtClean="0"/>
              <a:t> (x, y)   </a:t>
            </a:r>
            <a:r>
              <a:rPr lang="zh-CN" altLang="en-US" dirty="0" smtClean="0"/>
              <a:t>返回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y</a:t>
            </a:r>
            <a:r>
              <a:rPr lang="zh-CN" altLang="en-US" dirty="0" smtClean="0"/>
              <a:t>次</a:t>
            </a:r>
            <a:r>
              <a:rPr lang="zh-CN" altLang="en-US" dirty="0" smtClean="0"/>
              <a:t>幂</a:t>
            </a:r>
            <a:endParaRPr lang="en-US" altLang="zh-CN" dirty="0" smtClean="0"/>
          </a:p>
          <a:p>
            <a:r>
              <a:rPr lang="en-US" altLang="zh-CN" dirty="0" err="1" smtClean="0"/>
              <a:t>Math.Round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    </a:t>
            </a:r>
            <a:r>
              <a:rPr lang="zh-CN" altLang="en-US" dirty="0" smtClean="0"/>
              <a:t>四舍五入</a:t>
            </a:r>
            <a:endParaRPr lang="zh-CN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59" y="1387115"/>
            <a:ext cx="4430665" cy="26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全屏显示(4:3)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宋体</vt:lpstr>
      <vt:lpstr>Arial</vt:lpstr>
      <vt:lpstr>Calibri</vt:lpstr>
      <vt:lpstr>Office 主题</vt:lpstr>
      <vt:lpstr>PowerPoint 演示文稿</vt:lpstr>
      <vt:lpstr>要 点</vt:lpstr>
      <vt:lpstr>练  习</vt:lpstr>
      <vt:lpstr>PowerPoint 演示文稿</vt:lpstr>
      <vt:lpstr>PowerPoint 演示文稿</vt:lpstr>
      <vt:lpstr>第1个窗体</vt:lpstr>
      <vt:lpstr>PowerPoint 演示文稿</vt:lpstr>
      <vt:lpstr>第2个窗体</vt:lpstr>
      <vt:lpstr>第3个窗体</vt:lpstr>
      <vt:lpstr>第4个窗体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面向对象程序设计（JAVA）</dc:title>
  <dc:creator/>
  <cp:lastModifiedBy>stu</cp:lastModifiedBy>
  <cp:revision>204</cp:revision>
  <dcterms:created xsi:type="dcterms:W3CDTF">2013-09-15T08:16:00Z</dcterms:created>
  <dcterms:modified xsi:type="dcterms:W3CDTF">2023-03-13T03:50:59Z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2052-11.1.0.9021</vt:lpwstr>
  </property>
</Properties>
</file>